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is facilities / plant directors. One line: this is not a sales catalog and not a work-order system. It is live filter status for their hospital, on a phone or desktop, after AFC services the units. 8 more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bash their CMMS. Position this as the missing live view of AFC’s filter PM — not a replacement for work orders. The win is: they stop asking us what’s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‘what’s in the box’ slide. Username + PIN from AFC. Add to Home Screen on a phone. Session lasts 12 hours. Docs PDF is for their IT if they ask later — don’t drag the packet in unless IS is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four counts, then Most recently replaced (AFC just did that job — it shows up here), then Needs attention. Scan is the same sticker. Nothing on this screen is a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a physical sticker, hold it up. AFC tech scan = job. Director/hospital scan = status. Same QR, different door. Unit page is read-only — no part numbers, no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Director-only. Floor techs do not get this page. Export graphs PDF. This hospital only. Not a Joint Commission record — say that if Quality is present. Filter types are quantities of PRE / FINAL / gas phase, not a shopping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You are not training them on Field. The point is trust: the portal is not a second spreadsheet your staff has to type. AFC’s completed job is the source, and the portal is the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calms IS and the director who is afraid staff will ‘mess up the filters.’ Floor techs cannot open graphs. No PHI claim — don’t oversell HIPAA. Packet exists if they want it filed.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Stop. Offer a live scan if you brought a sticker. Offer a director login for their hospital if accounts are already issued. If they ask SSO/MFA, be honest: not offered; IT packet states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874519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BEAFE"/>
                </a:solidFill>
                <a:latin typeface="Calibri"/>
              </a:rPr>
              <a:t>FOR HOSPITAL 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See every unit’s filter 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without calling AFC for a spreadsheet.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BEAFE"/>
                </a:solidFill>
                <a:latin typeface="Calibri"/>
              </a:rPr>
              <a:t>AFC Hospital Portal  —  your hospital, live, read-only.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3200400" cy="640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On schedule  ·  Due soon  ·  Overdue  ·  Scan the same sticker AFC uses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BEAFE"/>
                </a:solidFill>
                <a:latin typeface="Calibri"/>
              </a:rPr>
              <a:t>Advanced Filtration Concepts   ·   323.832.8316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changes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2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09728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2618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Last service date lives in a binder, a spreadsheet, or somebody’s head.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Overdue units surface when someone walks the penthouse — or after a complaint.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A meeting means calling AFC and waiting on a list.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Your floor staff cannot look a unit up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97280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5669280" cy="749808"/>
          </a:xfrm>
          <a:prstGeom prst="roundRect">
            <a:avLst>
              <a:gd name="adj" fmla="val 8000"/>
            </a:avLst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2618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With the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Every AHU shows last serviced, next due, and on-schedule / due / overdue.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Home counts the hospital. Needs-attention is the list for this week.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Graphs export to PDF for the meeting. Counts, not dollars.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▸  Your staff scan the same sticker. They see status. They cannot edit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you are getting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3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109728" cy="233172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99032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Your hospital only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The login is bound to one facility. There is no hospital picker.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109728" cy="233172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99032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Live unit 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AHU, building, location, last serviced, next due, green / amber / 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14300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143000"/>
            <a:ext cx="109728" cy="233172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1399032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Scan on the floor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Phone camera on the AHU sticker. Same label AFC technicians scan.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033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703320"/>
            <a:ext cx="109728" cy="233172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9352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Director graphs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Status mix, buildings, completed vs scheduled. Export PDF.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033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703320"/>
            <a:ext cx="109728" cy="233172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59352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Floor-tech logins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Your people can look units up. No graphs, no prices, no edits.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70332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3703320"/>
            <a:ext cx="109728" cy="233172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3959352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Read-only on purpose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No catalog, invoices, or job notes. You cannot break the survey.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Your hospital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4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pic>
        <p:nvPicPr>
          <p:cNvPr id="8" name="Picture 7" descr="portal_home_recent_change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284" y="1005840"/>
            <a:ext cx="706295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Walk up to a unit. Scan it. Know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5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pic>
        <p:nvPicPr>
          <p:cNvPr id="8" name="Picture 7" descr="sticker_ahu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17420"/>
            <a:ext cx="594360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14300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143000"/>
            <a:ext cx="109728" cy="114300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307592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4D8C"/>
                </a:solidFill>
                <a:latin typeface="Calibri"/>
              </a:rPr>
              <a:t>Last serviced / next due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Dates on the unit, not in a binder.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4231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423160"/>
            <a:ext cx="109728" cy="114300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587752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4D8C"/>
                </a:solidFill>
                <a:latin typeface="Calibri"/>
              </a:rPr>
              <a:t>Stage, size, quantity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PRE, FINAL, gas phase — what is in the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7033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703320"/>
            <a:ext cx="109728" cy="114300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867912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4D8C"/>
                </a:solidFill>
                <a:latin typeface="Calibri"/>
              </a:rPr>
              <a:t>Green, amber, 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On schedule, due soon, or overdue. Instantly.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983479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4983479"/>
            <a:ext cx="109728" cy="114300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5148071"/>
            <a:ext cx="4709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4D8C"/>
                </a:solidFill>
                <a:latin typeface="Calibri"/>
              </a:rPr>
              <a:t>Same sticker AFC uses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You see status. Our tech sees the job. You cannot edit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Graphs for the meeting. Counts, not dollars.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6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pic>
        <p:nvPicPr>
          <p:cNvPr id="8" name="Picture 7" descr="director_graphs_services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42" y="987552"/>
            <a:ext cx="8748979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AFC is doing on the 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7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pic>
        <p:nvPicPr>
          <p:cNvPr id="8" name="Picture 7" descr="pwa_home_afte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737" y="1051560"/>
            <a:ext cx="2471805" cy="5349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23560" y="132588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0A4D8C"/>
                </a:solidFill>
                <a:latin typeface="Calibri"/>
              </a:rPr>
              <a:t>AFC Field is our technician app — not yours.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▸  Our tech scans the same sticker you will scan.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▸  They see the job: sizes, quantities, last service, what to change.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▸  When they complete the changeout, last-serviced and next-due update.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▸  That is what feeds your portal. You do not re-enter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▸  If the penthouse has no signal, they still finish the job. It uploads when they are back online.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Built so you can look. Not so you can break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274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8  /  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AFC Hospital Portal  ·  For hospital directors  ·  323.832.8316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109728" cy="155448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Read-only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No one at the hospital can edit filters, due dates, or the survey.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1556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15568"/>
            <a:ext cx="109728" cy="155448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No prices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Invoices, POs, and catalog dollars stay with AFC.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0720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07208"/>
            <a:ext cx="109728" cy="155448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Your hospital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 login cannot open another facility. Ours cannot be switched from the browser.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0720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07208"/>
            <a:ext cx="109728" cy="155448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06324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Two hospital roles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Directors get home, graphs, and the IT packet. Floor techs get units and scan.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49884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98848"/>
            <a:ext cx="109728" cy="155448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Not patient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AHU names and PM dates. Not an EHR. Not PHI.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498848"/>
            <a:ext cx="566928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4498848"/>
            <a:ext cx="109728" cy="155448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75488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A4D8C"/>
                </a:solidFill>
                <a:latin typeface="Calibri"/>
              </a:rPr>
              <a:t>IT packet on request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Docs → Download PDF for Information Security. Voice: 323.832.8316.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7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55448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057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You see the status. AFC does the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DBEAFE"/>
                </a:solidFill>
                <a:latin typeface="Calibri"/>
              </a:rPr>
              <a:t>Scan the sticker on the unit.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DBEAFE"/>
                </a:solidFill>
                <a:latin typeface="Calibri"/>
              </a:rPr>
              <a:t>Open the portal on a phone or a desktop.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BEAFE"/>
                </a:solidFill>
                <a:latin typeface="Calibri"/>
              </a:rPr>
              <a:t>Walk into the next meeting with live counts — not a forwarded spreadsheet.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AFC Hospital Portal   ·   323.832.8316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